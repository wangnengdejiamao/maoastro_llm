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57A0A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智能天文数据分析系统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7A0A0"/>
                </a:solidFill>
                <a:latin typeface="微软雅黑" panose="020B0503020204020204" charset="-122"/>
              </a:defRPr>
            </a:pPr>
            <a:r>
              <a:t>基于 LangGraph 的多智能体架构与知识蒸馏技术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报告人: AI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126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3657600" cy="45720"/>
          </a:xfrm>
          <a:prstGeom prst="rect">
            <a:avLst/>
          </a:prstGeom>
          <a:solidFill>
            <a:srgbClr val="F4D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报告目录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报告大纲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一、背景与动机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为什么要用AI分析天文数据？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二、核心概念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通俗解释大模型、RAG、Tool、LangGraph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三、系统架构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我们的智能天文分析系统是如何工作的？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四、知识蒸馏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如何让7B小模型拥有72B大模型的能力？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五、应用与展望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实际效果与未来方向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3657600" cy="45720"/>
          </a:xfrm>
          <a:prstGeom prst="rect">
            <a:avLst/>
          </a:prstGeom>
          <a:solidFill>
            <a:srgbClr val="F4D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背景与动机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天文数据的挑战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数据爆炸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LAMOST 2000万+ 光谱，Gaia 20亿+ 星表，人工分析已不可能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数据多样性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光谱、测光、时序、文献... 需要跨领域知识整合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专业知识门槛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需要天体物理+编程+统计的复合型人才，培养周期长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传统方法局限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单一算法只能解决特定问题，缺乏灵活性和推理能力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AI 能带来什么？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自然语言交互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用中文提问：'分析RA=13.13, DEC=53.86的天体'，系统自动处理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跨数据库整合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同时查询 LAMOST、SIMBAD、VSX，综合多源信息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科学推理能力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不只是分类，还能解释'为什么这是激变变星'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持续学习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从新文献中自动学习，更新知识库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3657600" cy="45720"/>
          </a:xfrm>
          <a:prstGeom prst="rect">
            <a:avLst/>
          </a:prstGeom>
          <a:solidFill>
            <a:srgbClr val="F4D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核心概念解析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什么是大语言模型？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类比：超级图书馆员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读过互联网上的海量文本（书籍、论文、网页），记住了知识和语言规律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核心能力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理解自然语言 + 生成回答 + 推理分析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参数规模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Qwen-7B = 70亿参数（类似大脑中的神经连接数）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天文应用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理解'激变变星'、'巴尔末线'等专业术语，进行科学推理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RAG：检索增强生成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7A0A0"/>
                </a:solidFill>
                <a:latin typeface="微软雅黑" panose="020B0503020204020204" charset="-122"/>
              </a:defRPr>
            </a:pPr>
            <a:r>
              <a:t>传统大模型的问题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知识截止：只学过某年前的数据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专业盲区：没读过最新天文文献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幻觉：可能编造不存在的知识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静态：无法实时查询数据库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75B39"/>
                </a:solidFill>
                <a:latin typeface="微软雅黑" panose="020B0503020204020204" charset="-122"/>
              </a:defRPr>
            </a:pPr>
            <a:r>
              <a:t>RAG 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外挂知识库：实时检索最新文献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查询数据库：LAMOST/SIMBAD数据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有依据回答：引用真实来源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动态更新：随时添加新知识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280160"/>
            <a:ext cx="18288" cy="51206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什么是 Tool（工具）？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类比：科学家的仪器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望远镜、光谱仪、计算器... 大模型也需要工具来完成具体任务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Query_VSX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查询变星数据库，返回光变周期、类型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Query_LAMOST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获取光谱数据，返回波长流量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Spectral_Analysis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拟合黑体谱，计算温度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工具 vs 单纯聊天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不只是文字游戏，而是实际操作数据库和运行算法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什么是 Agent（智能体）？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类比：研究助理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不仅能回答问题，还能主动规划、执行任务、做出决策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感知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接收用户查询和目标坐标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规划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决定先查VSX，再查LAMOST，最后综合分析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执行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调用各种工具完成任务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记忆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记住之前的查询结果，用于后续推理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什么是 LangGraph？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类比：科研项目流程图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把复杂任务拆分成多个步骤，每个步骤是一个节点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节点（Node）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Router、Data Retrieval、Analysis、Reasoning... 每个是一个Agent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边（Edge）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定义流程：Router → Data Retrieval → Analysis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状态（State）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传递数据：查询结果、分析中间产物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循环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支持反复迭代：如果验证不通过，返回重新分析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3657600" cy="45720"/>
          </a:xfrm>
          <a:prstGeom prst="rect">
            <a:avLst/>
          </a:prstGeom>
          <a:solidFill>
            <a:srgbClr val="F4D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第三章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系统架构设计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系统整体架构</a:t>
            </a:r>
          </a:p>
        </p:txBody>
      </p:sp>
      <p:pic>
        <p:nvPicPr>
          <p:cNvPr id="4" name="Picture 3" descr="langgraph_work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85" y="928370"/>
            <a:ext cx="10362895" cy="77558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六大智能体分工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Router Agent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像项目统筹：分析用户意图，决定调用哪些工具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Data Retrieval Agent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像数据专员：查询VSX、LAMOST、SIMBAD等数据库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Spectral Analysis Agent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像仪器专家：光谱拟合、线指数测量、温度估计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Reasoning Agent (Qwen)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像首席科学家：综合分析、物理解释、撰写报告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Verification Agent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像质检员：交叉验证、检查一致性、评估置信度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Output Agent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像秘书：整理格式、生成JSON、保存训练数据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3657600" cy="45720"/>
          </a:xfrm>
          <a:prstGeom prst="rect">
            <a:avLst/>
          </a:prstGeom>
          <a:solidFill>
            <a:srgbClr val="F4D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第四章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知识蒸馏技术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大模型 vs 小模型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7A0A0"/>
                </a:solidFill>
                <a:latin typeface="微软雅黑" panose="020B0503020204020204" charset="-122"/>
              </a:defRPr>
            </a:pPr>
            <a:r>
              <a:t>教师模型：Qwen-72B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参数：720亿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显存：144GB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推理：4.2秒/次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精度：91.5%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成本：极高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部署：困难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75B39"/>
                </a:solidFill>
                <a:latin typeface="微软雅黑" panose="020B0503020204020204" charset="-122"/>
              </a:defRPr>
            </a:pPr>
            <a:r>
              <a:t>学生模型：Qwen-7B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参数：70亿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显存：16GB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推理：1.1秒/次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精度：86.7%（蒸馏后）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成本：可接受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部署：容易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280160"/>
            <a:ext cx="18288" cy="51206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知识蒸馏架构</a:t>
            </a:r>
          </a:p>
        </p:txBody>
      </p:sp>
      <p:pic>
        <p:nvPicPr>
          <p:cNvPr id="4" name="Picture 3" descr="distillation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10362895" cy="7380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教师生成软标签 + 真实硬标签 + 领域损失 = 训练学生模型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蒸馏的三重损失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硬损失（Hard Loss）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标准答案：'这是激变变星' → 监督学习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软损失（Soft Loss）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教师的不确定性：'80%可能是CV，15%是nova，5%其他' → 学习推理过程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任务损失（Task Loss）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天文约束：温度必须在物理合理范围、周期不能为负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温度参数 T=2.0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软化概率分布，让学生学到更多细节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性能对比结果</a:t>
            </a:r>
          </a:p>
        </p:txBody>
      </p:sp>
      <p:pic>
        <p:nvPicPr>
          <p:cNvPr id="4" name="Picture 3" descr="performance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10362895" cy="36506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蒸馏后的7B模型接近72B教师模型，远超基线模型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3657600" cy="45720"/>
          </a:xfrm>
          <a:prstGeom prst="rect">
            <a:avLst/>
          </a:prstGeom>
          <a:solidFill>
            <a:srgbClr val="F4D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第五章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应用与展望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实际应用场景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变星识别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输入坐标 → 自动查询VSX → 返回分类和周期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光谱分析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上传FITS → 黑体拟合 → 温度+光谱型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文献综述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查询某领域 → 整合多篇论文 → 生成综述报告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教学辅助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学生提问 → 通俗解释 + 专业术语对照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项目创新点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首创性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首个专门针对天文的 LangGraph 多智能体系统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实用性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集成真实数据库（LAMOST DR10、VSX），非 toy demo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高效性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蒸馏技术让7B模型达到接近72B的性能，可部署在普通服务器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可扩展性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模块化设计，易于添加新的数据源和分析工具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多模态融合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同时处理光谱图像、光变曲线、文献文本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实时学习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从新发表的论文中自动更新知识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协同观测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AI建议观测策略，优化望远镜时间分配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全球协作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连接世界各地天文数据库，统一查询接口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3657600" cy="45720"/>
          </a:xfrm>
          <a:prstGeom prst="rect">
            <a:avLst/>
          </a:prstGeom>
          <a:solidFill>
            <a:srgbClr val="F4D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  <a:latin typeface="微软雅黑" panose="020B0503020204020204" charset="-122"/>
              </a:defRPr>
            </a:pPr>
            <a:r>
              <a:t>核心要点回顾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大模型是天文学家的新工具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不是替代，而是增强——处理海量数据、快速文献检索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RAG + Tool 解决专业知识问题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连接真实数据库，避免'幻觉'，有据可查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LangGraph 实现复杂工作流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多智能体协作，模拟真实科研团队的分工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知识蒸馏让大模型轻量化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72B → 7B，精度损失&lt;5%，速度提升10倍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● 开源共享促进发展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代码、数据、模型全部开放，供社区使用和改进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486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4D03F"/>
                </a:solidFill>
                <a:latin typeface="微软雅黑" panose="020B0503020204020204" charset="-122"/>
              </a:defRPr>
            </a:pPr>
            <a:r>
              <a:t>项目代码: github.com/astro-ai/langgraph-astronomy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2791</Words>
  <Application>WPS 演示</Application>
  <PresentationFormat>On-screen Show (4:3)</PresentationFormat>
  <Paragraphs>245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maoman</cp:lastModifiedBy>
  <cp:revision>2</cp:revision>
  <dcterms:created xsi:type="dcterms:W3CDTF">2013-01-27T09:14:00Z</dcterms:created>
  <dcterms:modified xsi:type="dcterms:W3CDTF">2026-03-04T03:56:28Z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A03C2723F01F4DCBA48EA9967ECB2E7E_12</vt:lpwstr>
  </property>
  <property fmtid="{D5CDD505-2E9C-101B-9397-08002B2CF9AE}" pid="3" name="KSOProductBuildVer">
    <vt:lpwstr>2052-12.1.0.23542</vt:lpwstr>
  </property>
</Properties>
</file>